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noFill/>
          <a:ln w="25400">
            <a:solidFill>
              <a:srgbClr val="1F7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4A261"/>
                </a:solidFill>
              </a:defRPr>
            </a:pPr>
            <a:r>
              <a:t>IBM APPLIED DATA SCIENCE PROFESSIONAL CERTIFICATE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SpaceX Falcon 9 First Stage Landing Prediction</a:t>
            </a:r>
          </a:p>
          <a:p>
            <a:pPr>
              <a:spcAft>
                <a:spcPts val="2800"/>
              </a:spcAft>
              <a:defRPr sz="1600">
                <a:solidFill>
                  <a:srgbClr val="93C5FD"/>
                </a:solidFill>
              </a:defRPr>
            </a:pPr>
            <a:r>
              <a:t>Capstone Project Report — Machine Learning, EDA, SQL, &amp; Interactive Visual Analytics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Author: Niv Vikram Porwal</a:t>
            </a:r>
          </a:p>
          <a:p>
            <a:pPr>
              <a:spcAft>
                <a:spcPts val="2000"/>
              </a:spcAft>
              <a:defRPr sz="1200">
                <a:solidFill>
                  <a:srgbClr val="CBD5E1"/>
                </a:solidFill>
              </a:defRPr>
            </a:pPr>
            <a:r>
              <a:t>Date: October 2026 | Platform: Coursera &amp; IBM Skills Network</a:t>
            </a:r>
          </a:p>
          <a:p>
            <a:pPr>
              <a:defRPr sz="1300" b="1">
                <a:solidFill>
                  <a:srgbClr val="F4A261"/>
                </a:solidFill>
              </a:defRPr>
            </a:pPr>
            <a:r>
              <a:t>Project GitHub Repository URL: https://github.com/Nivporwal25/SpaceX-Falcon-9-First-Stage-Landing-Prediction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Summary: Project Overview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2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Methodology &amp; Data Science Pipeline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Data Collection: SpaceX REST API v4 &amp; Web Scraping Wikipedia via BeautifulSoup.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Data Wrangling: Cleaned 90 Falcon 9 records, imputed nulls with mean payload (6,105 kg), one-hot encoded categorical features (Orbit, LaunchSite, LandingPad, Serial).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Exploratory Data Analysis: Analyzed flight trends, payload correlations, and success rates by orbit using Pandas, Seaborn, Matplotlib, and SQLite queries.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Interactive Visual Analytics: Built geospatial Folium maps with distance proximity analysis and Plotly Dash dashboard with reactive callbacks.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Predictive Modeling: Evaluated Logistic Regression, SVM, Decision Tree, and KNN using 10-fold GridSearchCV cross-validation.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Key Results &amp; Business Implications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Model Performance: Decision Tree, SVM, and Logistic Regression achieved 83.33% classification accuracy on unseen test data.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High Precision: Best model achieved 0 False Positives, ensuring 100% precision when predicting a successful first stage recovery.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Technological Evolution: Landing success rate grew from 0% (2010-2013) to over 85% by 2020 as reusability and Block 5 engines matured.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Launch Site Performance: KSC LC-39A is the most reliable launch complex with a 76.9% landing success rate.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Commercial Impact: SpaceX launch price ($62M) vs competitors ($165M+) gives a 62% cost advantage; accurate recovery prediction enables competitors to optimize bidding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Introduction: Project Background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3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Project Background &amp; Aerospace Context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The space launch industry has historically been dominated by expendable rockets costing over $165 Million per launch.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SpaceX fundamentally revolutionized commercial spaceflight by proving first-stage booster reusability on Falcon 9.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By successfully recovering the booster stage via Autonomous Spaceport Drone Ship (ASDS) and Return to Launch Site (RTLS), SpaceX cut launch prices to ~$62 Million.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First stage booster accounts for approximately 70% of total rocket manufacturing costs.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Reusability dramatically increases launch cadence and lowers barriers to orbital payloads.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Problem Statement &amp; Analytical Objectives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Core Question: Can we accurately predict whether a Falcon 9 first stage booster will land successfully based on pre-launch flight parameters?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Target Classification Variable: Class = 1 (Successful Landing) vs. Class = 0 (Failure / Expended).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Independent Features: Payload Mass, Target Orbit, Launch Site, Booster Flight Count, Grid Fins, Legs, Block Version, and Landing Pad.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Commercial Value: If a competitor or satellite operator can predict landing success, they can deduce SpaceX's true cost per flight and submit competitive launch tenders.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Outcome: Provide data-driven operational insights into factors driving first stage recovery.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 Collection: SpaceX REST API 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4 of 16</a:t>
            </a:r>
          </a:p>
        </p:txBody>
      </p:sp>
      <p:pic>
        <p:nvPicPr>
          <p:cNvPr id="7" name="Picture 6" descr="api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94415" cy="2011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383280"/>
            <a:ext cx="53035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API Endpoints &amp; Extraction Process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Base API Endpoint: https://api.spacexdata.com/v4/launches/past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Rocket Details: Queried /v4/rockets to filter records exclusively for 'Falcon 9'.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Payload Data: Queried /v4/payloads to retrieve payload mass (kg) and target orbit.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Launchpads: Queried /v4/launchpads to obtain pad names, latitudes, and longitudes.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Booster Cores: Queried /v4/cores to retrieve booster serial, flights count, grid fins, landing legs, and landing pad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83280"/>
            <a:ext cx="53035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5204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Data Wrangling of API Responses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JSON Normalization: Flattened nested JSON dictionaries into tabular format using pd.json_normalize().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Filtering: Extracted 90 total Falcon 9 flights spanning 2010 to 2020.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Missing Value Handling: Calculated mean payload mass (6,104.96 kg) to impute missing payload values.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Feature Assembly: Consolidated 17 primary operational columns into a unified pandas DataFrame.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API Flowchart above illustrates the end-to-end data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 Collection: Web Scraping Falcon 9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5 of 16</a:t>
            </a:r>
          </a:p>
        </p:txBody>
      </p:sp>
      <p:pic>
        <p:nvPicPr>
          <p:cNvPr id="7" name="Picture 6" descr="scrapin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94415" cy="2011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383280"/>
            <a:ext cx="53035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Web Scraping Pipeline &amp; Tools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Target Source: Wikipedia page 'List of Falcon 9 and Falcon Heavy launches'.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HTTP Requests: Dispatched GET request using Python requests.get() library.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HTML DOM Parsing: Utilized BeautifulSoup (bs4) with lxml parser.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Table Extraction: Targeted all &lt;table class='wikitable'&gt; elements containing launch records.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Cell Extraction: Looped through table rows &lt;tr&gt;, extracting headers &lt;th&gt; and data cells &lt;td&gt;.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83280"/>
            <a:ext cx="53035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5204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Data Cleansing &amp; Validation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Regex Tag Removal: Stripped footnote references &lt;sup&gt;[n]&lt;/sup&gt; and newline characters \n.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Date &amp; Time Parsing: Extracted standardized UTC launch dates and times.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Outcome Standardization: Parsed complex textual notes into clear landing outcome categories.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Cross-Validation: Web-scraped dataset served as validation benchmark against official SpaceX API data.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Extracted Columns: Flight No., Date, Booster Version, Launch Site, Payload, Orbit, Customer, Outcome.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Data Wrangling &amp; Feature Engineering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6 of 16</a:t>
            </a:r>
          </a:p>
        </p:txBody>
      </p:sp>
      <p:pic>
        <p:nvPicPr>
          <p:cNvPr id="7" name="Picture 6" descr="wrangling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94415" cy="2011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3383280"/>
            <a:ext cx="53035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Data Cleaning &amp; Transformation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Dataset Filtering: Preserved 90 Falcon 9 launch records; removed test/Falcon 1 flights.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Missing Value Imputation: 5 missing PayloadMass entries imputed with mean (6,104.96 kg).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Target Variable Creation (Class):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- Class = 1 (Success): 'True Ocean', 'True RTLS', 'True ASDS'.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- Class = 0 (Failure): 'False Ocean', 'False RTLS', 'False ASDS', 'None ASDS', 'None None'.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383280"/>
            <a:ext cx="53035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5204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Feature Encoding &amp; Preprocessing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One-Hot Encoding: Applied pd.get_dummies() to categorical features (Orbit, LaunchSite, LandingPad, Serial).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Feature Expansion: Transformed 17 initial raw variables into 83 numeric modeling features.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Feature Scaling: Applied StandardScaler() to standardize feature variance across columns.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Train/Test Partition: Split into 80% Training (72 records) and 20% Testing (18 records) with stratification.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Ensured zero data leakage between training and evaluation splits.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Exploratory Data Analysis (EDA): Visualization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7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Visualization Suite &amp; Analytical Objectives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Flight Number vs. Launch Site (Scatter Plot): Analyze launch cadence growth and evaluate whether later flights achieved higher landing success across sites.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Payload Mass vs. Launch Site (Scatter Plot): Identify payload capacity limits per launch complex and observe success distribution across payload tiers.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Success Rate by Orbit Type (Bar Chart): Determine which destination orbits (LEO, ISS, GTO, SSO, Polar) offer the most favorable booster recovery conditions.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Flight Number vs. Orbit Type (Scatter Plot): Map the chronological evolution of orbital mission requirements throughout SpaceX history.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Payload Mass vs. Orbit Type (Scatter Plot): Examine payload mass distribution across orbits and detect payload recovery threshold constraints.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Launch Success Yearly Trend (Line Plot): Measure year-over-year recovery reliability improvements from 2010 to 2020.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Visualization Framework &amp; Design Standards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Plotting Libraries: Matplotlib (v3.5+) and Seaborn (v0.12+) in Python.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Color Palette: Standardized color scheme across all figures (Green = Success [Class 1], Red = Failure [Class 0]).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Typography: Clear, bold axis titles, legible data labels, and complete legends for intuitive readability.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Data Storytelling: Focused on isolating actionable operational insights, booster lifecycle maturation, and payload sweet-spots.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Artifacts: All plots generated at high resolution (300 DPI) for clarity.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Full implementation available in the project GitHub repository.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Exploratory Data Analysis (EDA): SQL Query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8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Relational Database Setup &amp; Execution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Database Engine: SQLite (spacex.db) loaded via Python SQLAlchemy &amp; pandas to_sql.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Query Execution: Executed via Jupyter ipython-sql (%sql magic) and standard sqlite3.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Core Domains Investigated via SQL Queries: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1. Unique Launch Sites identification &amp; naming validation.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2. Site-specific launch records filtering (CCAFS pads).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3. Total &amp; average payload calculations for specific customers (NASA).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4. Payload threshold queries (boosters carrying 4,000 - 6,000 kg).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5. Aggregate landing outcomes counts (Drone Ship vs. Ground Pad).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6. Date &amp; time analysis (earliest successful landing, yearly counts).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7. Ranked landing outcome frequency distributions.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Representative SQL Queries Executed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Q1 - Launch Sites: SELECT DISTINCT LaunchSite FROM SPACEXTABLE;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Q2 - Total Payload: SELECT SUM(PayloadMass) FROM SPACEXTABLE WHERE Customer LIKE '%NASA%';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Q3 - Average Payload: SELECT AVG(PayloadMass) FROM SPACEXTABLE WHERE BoosterVersion LIKE '%v1.1%';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Q4 - First Ground Landing: SELECT MIN(Date) FROM SPACEXTABLE WHERE LandingOutcome = 'Success (ground pad)';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Q5 - Max Payload Booster: SELECT BoosterVersion FROM SPACEXTABLE WHERE PayloadMass = (SELECT MAX(PayloadMass) FROM SPACEXTABLE);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Q6 - Outcome Ranking: SELECT LandingOutcome, COUNT(*) FROM SPACEXTABLE GROUP BY LandingOutcome ORDER BY COUNT(*) DESC;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Interactive Visual Analytics: Folium &amp; Plotly Dash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9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Folium Geospatial Mapping Framework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Geospatial Library: Python Folium built upon Leaflet.js.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Launch Site Pinpointing: Plotted all 4 SpaceX launch pads using folium.Circle and folium.Marker with coordinate tooltips.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Marker Clustering: Integrated MarkerCluster plugin to aggregate dense launch clusters without map clutter.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Color-Coded Status: Green markers denote successful booster landings; Red markers denote failures.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Coordinate Tracking: Integrated MousePosition plugin for live latitude/longitude readout.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Proximity Measurement: Used folium.PolyLine to calculate exact straight-line distances to coastlines, highways, railways, and cities.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Plotly Dash Web Application Architecture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Web Framework: Plotly Dash (Dash Core Components &amp; Dash HTML Components).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Reactive Interactivity: Configured bidirectional callbacks linking user UI input to real-time graph updates.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UI Controls: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- dcc.Dropdown: Switch between 'ALL Sites' and specific launch complexes (CCAFS SLC-40, KSC LC-39A, VAFB SLC-4E).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- dcc.RangeSlider: Interactive payload filter spanning 0 kg to 10,000 kg.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Dynamic Graphs: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- Success Pie Chart: Displays site-specific success vs. failure proportions.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  - Payload vs. Outcome Scatter Plot: Correlates payload mass with recovery success color-coded by booster version.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EDA Results: Flight Number &amp; Payload Mass vs. Launch 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10 of 16</a:t>
            </a:r>
          </a:p>
        </p:txBody>
      </p:sp>
      <p:pic>
        <p:nvPicPr>
          <p:cNvPr id="7" name="Picture 6" descr="eda_flight_vs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03520" cy="2926080"/>
          </a:xfrm>
          <a:prstGeom prst="rect">
            <a:avLst/>
          </a:prstGeom>
        </p:spPr>
      </p:pic>
      <p:pic>
        <p:nvPicPr>
          <p:cNvPr id="8" name="Picture 7" descr="eda_payload_vs_s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29768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434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Flight Number vs. Launch Site Insights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CCAFS SLC-40 served as the primary testbed for early flights (1 to 25); early launches experienced high failure rates as landing technology was developed.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KSC LC-39A came online later (Flight 30+) and achieved consistent landing success.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As overall flight numbers increased, landing success climbed across all complexes.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434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Payload Mass vs. Launch Site Insights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Heavy-lift payloads (&gt;10,000 kg) are concentrated at KSC LC-39A and CCAFS SLC-40.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VAFB SLC-4E handles polar payloads exclusively under 10,000 kg with strong recovery.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No successful landings occurred at CCAFS SLC-40 for payloads exceeding 6,000 kg until Block 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EDA Results: Orbit Success Rates &amp; Yearly Technological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11 of 16</a:t>
            </a:r>
          </a:p>
        </p:txBody>
      </p:sp>
      <p:pic>
        <p:nvPicPr>
          <p:cNvPr id="7" name="Picture 6" descr="eda_orbit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03520" cy="2926080"/>
          </a:xfrm>
          <a:prstGeom prst="rect">
            <a:avLst/>
          </a:prstGeom>
        </p:spPr>
      </p:pic>
      <p:pic>
        <p:nvPicPr>
          <p:cNvPr id="8" name="Picture 7" descr="eda_year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29768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434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Orbit Success Rate Analysis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100% Landing Success Orbits: ES-L1, GEO, HEO, and SSO (light payloads &amp; favorable trajectories).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ISS Resupply Missions: Achieve a strong 76.9% landing success rate.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GTO Missions: Achieve ~52% success due to extreme velocity and high fuel burn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434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Yearly Trend &amp; Technological Maturation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2010 - 2013: 0% landing success rate (controlled descent and water landing tests only).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2015: First historic ground landing (33.3% success rate).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2016 - 2017: Rapid adoption of Autonomous Spaceport Drone Ship (ASDS) landings (~60-77%).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2018 - 2020: Falcon 9 Block 5 introduction drives success rates above 85%.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EDA with SQL: Structured Query Results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12 of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9441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2286000"/>
                <a:gridCol w="2681935"/>
              </a:tblGrid>
              <a:tr h="8077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SQL Domain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Analytical Query Description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SQL Output / Metric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Operational Conclusion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 Launch Sites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SELECT DISTINCT LaunchSite FROM SPACEX;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CCAFS LC-40, CCAFS SLC-40, KSC LC-39A, VAFB SLC-4E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All sites positioned strategically along eastern or western coastlines.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2. Payloads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SELECT MIN(PayloadMass), MAX(PayloadMass), AVG(PayloadMass) FROM SPACEX;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Min: 315 kg</a:t>
                      </a:r>
                      <a:br/>
                      <a:r>
                        <a:t>Max: 15,600 kg</a:t>
                      </a:r>
                      <a:br/>
                      <a:r>
                        <a:t>Avg: 6,105 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Massive payload flexibility spanning small CubeSats to heavy Starlink stacks.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3. Success Rates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SELECT LandingOutcome, COUNT(*) FROM SPACEX GROUP BY LandingOutcome;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Drone Ship: 41 Successes</a:t>
                      </a:r>
                      <a:br/>
                      <a:r>
                        <a:t>Ground Pad: 13 Successes</a:t>
                      </a:r>
                      <a:br/>
                      <a:r>
                        <a:t>Ocean: 3 Controlled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Drone ship landings are the primary recovery mode for high-energy missions.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4. Outcome Rankings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Rank landing outcomes between 2010-06-04 and 2017-03-20;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1. Success (drone ship)</a:t>
                      </a:r>
                      <a:br/>
                      <a:r>
                        <a:t>2. Success (ground pad)</a:t>
                      </a:r>
                      <a:br/>
                      <a:r>
                        <a:t>3. Failure (drone ship)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Recovery success overtook failures as routine procedures were established.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5. Time Analysis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SELECT strftime('%Y', Date), COUNT(*) FROM SPACEX WHERE Class=1 GROUP BY 1;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2015: 1 | 2016: 5 | 2017: 14</a:t>
                      </a:r>
                      <a:br/>
                      <a:r>
                        <a:t>2018: 15 | 2019: 13 | 2020: 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Exponential rise in recovery counts correlates directly with Block 5 fleet reusability.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Interactive Map Analysis: Folium Launch Sites &amp; Proximity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13 of 16</a:t>
            </a:r>
          </a:p>
        </p:txBody>
      </p:sp>
      <p:pic>
        <p:nvPicPr>
          <p:cNvPr id="7" name="Picture 6" descr="folium_launch_site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474720" cy="2468880"/>
          </a:xfrm>
          <a:prstGeom prst="rect">
            <a:avLst/>
          </a:prstGeom>
        </p:spPr>
      </p:pic>
      <p:pic>
        <p:nvPicPr>
          <p:cNvPr id="8" name="Picture 7" descr="folium_marker_cluster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88720"/>
            <a:ext cx="3474720" cy="2468880"/>
          </a:xfrm>
          <a:prstGeom prst="rect">
            <a:avLst/>
          </a:prstGeom>
        </p:spPr>
      </p:pic>
      <p:pic>
        <p:nvPicPr>
          <p:cNvPr id="9" name="Picture 8" descr="folium_proximity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188720"/>
            <a:ext cx="3474720" cy="2468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3840480"/>
            <a:ext cx="34747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776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Launch Site Positioning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CCAFS SLC-40: 28.56° N, 80.58° W (Cape Canaveral, FL).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KSC LC-39A: 28.61° N, 80.60° W (Kennedy Space Center, FL).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VAFB SLC-4E: 34.63° N, 120.61° W (Vandenberg AFB, CA).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All pads situated on coastlines to permit eastern and southern orbital flight paths over water.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840480"/>
            <a:ext cx="34747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9776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MarkerCluster Outcomes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MarkerCluster aggregates launch markers dynamically by zoom level.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Green Icons: Indicate successful first stage landings (Class = 1).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Red Icons: Indicate unsuccessful attempts or expended boosters (Class = 0).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Visual proof of Cape Canaveral transition from early failure red markers to a dominant cluster of green success markers.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40480"/>
            <a:ext cx="34747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39776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Proximity Analysis Insights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Coastline (~1.2 km): Ensures booster flight corridor is over water for safety.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Highway FL-405 (~1.8 km): Facilitates road transport of rocket stages and fuel.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Railroad (~1.3 km): Allows heavy cargo and booster logistics via NASA rail.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City (Titusville ~28.5 km): Remote location ensures populated areas are well outside safety blast radius.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Interactive Dashboard: Plotly Dash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14 of 16</a:t>
            </a:r>
          </a:p>
        </p:txBody>
      </p:sp>
      <p:pic>
        <p:nvPicPr>
          <p:cNvPr id="7" name="Picture 6" descr="dash_success_pie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303520" cy="2926080"/>
          </a:xfrm>
          <a:prstGeom prst="rect">
            <a:avLst/>
          </a:prstGeom>
        </p:spPr>
      </p:pic>
      <p:pic>
        <p:nvPicPr>
          <p:cNvPr id="8" name="Picture 7" descr="dash_payload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29768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434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Pie Chart Insights: Site Success Breakdown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Dropdown 'ALL Sites': KSC LC-39A contributes the highest share of total successful landings (41.7%), followed by CCAFS SLC-40 (35.0%) and VAFB SLC-4E (23.3%).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Site-Specific Filter: KSC LC-39A boasts a 76.9% landing success rate, significantly outperforming CCAFS SLC-40 (60.0%) and VAFB SLC-4E (57.1%).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4348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Scatter Plot Insights: Payload vs. Outcome with Slider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Optimal Payload Range: Missions with payloads between 2,000 kg and 6,000 kg achieve the highest landing success rate across all booster versions.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Booster Version Impact: Falcon 9 Block 5 (FT/B5) achieves high success across light and heavy payloads; older v1.0 boosters had a 0% recovery record.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Predictive Analysis: Machine Learning Models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15 of 16</a:t>
            </a:r>
          </a:p>
        </p:txBody>
      </p:sp>
      <p:pic>
        <p:nvPicPr>
          <p:cNvPr id="7" name="Picture 6" descr="ml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943600" cy="3017520"/>
          </a:xfrm>
          <a:prstGeom prst="rect">
            <a:avLst/>
          </a:prstGeom>
        </p:spPr>
      </p:pic>
      <p:pic>
        <p:nvPicPr>
          <p:cNvPr id="8" name="Picture 7" descr="ml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188720"/>
            <a:ext cx="4846320" cy="3017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389120"/>
            <a:ext cx="59436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52628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Model Performance Comparison (10-Fold CV)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Logistic Regression: CV Train Acc = 84.7%, Test Acc = 83.33% (Params: C=0.01, penalty='l2').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Support Vector Machine (SVM): CV Train Acc = 85.4%, Test Acc = 83.33% (Params: C=1.0, kernel='rbf').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Decision Tree Classifier: CV Train Acc = 89.8%, Test Acc = 83.33% (Params: max_depth=4, criterion='gini').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K-Nearest Neighbors (KNN): CV Train Acc = 84.7%, Test Acc = 83.33% (Params: n_neighbors=6, p=2).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389120"/>
            <a:ext cx="484632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45262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Confusion Matrix Analysis (Test Set = 18)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True Negatives: 6 (correctly predicted failed/expended landings).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False Positives: 0 (ZERO false alarms — 100% Precision).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False Negatives: 3 (missed landing opportunities).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True Positives: 9 (correctly predicted successful landings).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Overall Test Accuracy: 83.33% | Test Precision: 100% | F1-Score: 0.857.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4A261"/>
                </a:solidFill>
              </a:defRPr>
            </a:pPr>
            <a:r>
              <a:t>IBM APPLIED DATA SCIENCE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Best Model Justification &amp; Innovative Industry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F78C8"/>
                </a:solidFill>
              </a:defRPr>
            </a:pPr>
            <a:r>
              <a:t>Project GitHub Repository: https://github.com/Nivporwal25/SpaceX-Falcon-9-First-Stage-Landing-Prediction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8"/>
                </a:solidFill>
              </a:defRPr>
            </a:pPr>
            <a:r>
              <a:t>Slide 16 of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Best Model Justification: Decision Tree Classifier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Top Test Accuracy: Tied for the highest test accuracy (83.33%) across all 4 machine learning algorithms.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Zero False Positives: Critical for commercial launch operators — when the model predicts success, it is 100% reliable, protecting operational budgets from unexpected booster loss costs.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High Interpretability: Unlike 'black box' models (SVM/Neural Nets), Decision Trees provide transparent, inspectable decision split rules (FlightNumber, PayloadMass, Orbit_GTO).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Robust to Non-Linearity: Naturally captures interaction thresholds between payload mass and orbit delta-v requirements.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Feature Importance: Confirmed FlightNumber (flight experience) and PayloadMass as top predictors.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3A6B"/>
                </a:solidFill>
              </a:defRPr>
            </a:pPr>
            <a:r>
              <a:t>Creative &amp; Innovative Industry Insights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Economics of Reusability: SpaceX launch cost of ~$62M vs competitor prices ($165M+) gives SpaceX an unassailable 62% margin advantage on commercial bids.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The Learning Curve (Wright's Law): Rapid jump in success from 0% (2013) to &gt;85% (2020) demonstrates that rocketry reusability follows industrial learning curve dynamics.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Fleet Turnaround Optimization: Turnaround times between booster flights fell from 354 days to under 30 days, maximizing asset utilization.</a:t>
            </a:r>
          </a:p>
          <a:p>
            <a:pPr>
              <a:spcAft>
                <a:spcPts val="500"/>
              </a:spcAft>
              <a:defRPr sz="1100">
                <a:solidFill>
                  <a:srgbClr val="1E293B"/>
                </a:solidFill>
              </a:defRPr>
            </a:pPr>
            <a:r>
              <a:t>•  Competitive Strategy for Rivals: Alternate launch providers cannot compete on price alone; they must develop partially/fully reusable vehicles or target niche responsive orbits where SpaceX reusability margins are constrained.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